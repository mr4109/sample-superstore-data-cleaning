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3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6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3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9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7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4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8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8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7D04A-D54B-4574-98A0-020DDE20B2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F7E35-7817-46C4-AEE4-63632EEBF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3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Why Did Q3 Profit Dip?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Data Story Using the Sample Superstore </a:t>
            </a:r>
            <a:r>
              <a:rPr lang="en-US" dirty="0" err="1" smtClean="0"/>
              <a:t>Datase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76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Business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Sample Superstore dataset contains sales and profit information across different products, categories, regions, and time periods.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key business question is: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Why did profit decline during Q3 despite overall sales activity?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84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Q3 2016: Profit Started to Dip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Q2 2016 Profit: $16,390</a:t>
            </a:r>
          </a:p>
          <a:p>
            <a:r>
              <a:rPr lang="en-US" dirty="0" smtClean="0"/>
              <a:t>Q3 2016 Profit: $15,824</a:t>
            </a:r>
          </a:p>
          <a:p>
            <a:endParaRPr lang="en-US" dirty="0" smtClean="0"/>
          </a:p>
          <a:p>
            <a:r>
              <a:rPr lang="en-US" dirty="0" smtClean="0"/>
              <a:t>Profit decreased by approximately $567 in Q3 2016.</a:t>
            </a:r>
          </a:p>
          <a:p>
            <a:endParaRPr lang="en-US" dirty="0" smtClean="0"/>
          </a:p>
          <a:p>
            <a:r>
              <a:rPr lang="en-US" dirty="0" smtClean="0"/>
              <a:t>This raises the key question:</a:t>
            </a:r>
          </a:p>
          <a:p>
            <a:r>
              <a:rPr lang="en-US" dirty="0" smtClean="0"/>
              <a:t>What caused the decline in profitability?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7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Monthly Sales Trend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3914275"/>
            <a:ext cx="9765632" cy="22626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• Sales fluctuate significantly across different months.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Some months show clear peaks, while others show relatively lower sales.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This indicates that sales performance is not consistent throughout the year.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Takeaway: Sales vary over time, so monthly performance should be monitored regularly.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523" y="1011654"/>
            <a:ext cx="6179719" cy="27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8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vs Profit: What We Learned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65095"/>
            <a:ext cx="10515600" cy="271186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Do not evaluate performance using sales alone.</a:t>
            </a:r>
          </a:p>
          <a:p>
            <a:r>
              <a:rPr lang="en-US" dirty="0" smtClean="0"/>
              <a:t> Monitor profit alongside sales to identify low-profit orders and categories.</a:t>
            </a:r>
          </a:p>
          <a:p>
            <a:r>
              <a:rPr lang="en-US" dirty="0" smtClean="0"/>
              <a:t> Investigate products, discounts, and regions where high sales do not translate into strong profit.</a:t>
            </a:r>
          </a:p>
          <a:p>
            <a:r>
              <a:rPr lang="en-US" dirty="0" smtClean="0"/>
              <a:t>Use monthly profit tracking to identify future declines earlier.</a:t>
            </a:r>
          </a:p>
          <a:p>
            <a:r>
              <a:rPr lang="en-US" dirty="0" smtClean="0"/>
              <a:t>Key takeaway: The business should focus on profitable sales, not just higher sales volume.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7" y="1123950"/>
            <a:ext cx="11405937" cy="23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5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224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Why Did Q3 Profit Dip?</vt:lpstr>
      <vt:lpstr>Overall Business Performance</vt:lpstr>
      <vt:lpstr>Q3 2016: Profit Started to Dip</vt:lpstr>
      <vt:lpstr>Monthly Sales Trend </vt:lpstr>
      <vt:lpstr>Sales vs Profit: What We Learned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Did Q3 Profit Dip?</dc:title>
  <dc:creator>MONU KUMAR</dc:creator>
  <cp:lastModifiedBy>MONU KUMAR</cp:lastModifiedBy>
  <cp:revision>3</cp:revision>
  <dcterms:created xsi:type="dcterms:W3CDTF">2026-10-04T12:42:14Z</dcterms:created>
  <dcterms:modified xsi:type="dcterms:W3CDTF">2026-10-04T12:56:30Z</dcterms:modified>
</cp:coreProperties>
</file>